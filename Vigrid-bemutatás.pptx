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2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ímdia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hu-HU" sz="60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 Light"/>
              </a:rPr>
              <a:t>Mintacím szerkesztése</a:t>
            </a:r>
            <a:endParaRPr lang="hu-HU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&lt;dátum/idő&gt;</a:t>
            </a:r>
            <a:endParaRPr lang="hu-H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A1E0F9-1BA0-4D37-B096-9B5174F0B041}" type="slidenum"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&lt;szám&gt;</a:t>
            </a:fld>
            <a:endParaRPr lang="hu-H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Vázlatszöveg formátumának szerkesztése</a:t>
            </a:r>
            <a:endParaRPr lang="hu-HU" sz="2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20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Második vázlatszint</a:t>
            </a:r>
            <a:endParaRPr lang="hu-HU" sz="20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1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Harmadik vázlatszint</a:t>
            </a:r>
            <a:endParaRPr lang="hu-HU" sz="1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1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Negyedik vázlatszint</a:t>
            </a:r>
            <a:endParaRPr lang="hu-HU" sz="1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Ötödik vázlatszint</a:t>
            </a:r>
            <a:endParaRPr lang="hu-HU" sz="20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Hatodik vázlatszint</a:t>
            </a:r>
            <a:endParaRPr lang="hu-HU" sz="20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Hetedik vázlatszint</a:t>
            </a:r>
            <a:endParaRPr lang="hu-HU" sz="20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Cím és függőleges szöveg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hu-HU" sz="4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 Light"/>
              </a:rPr>
              <a:t>M</a:t>
            </a:r>
            <a:r>
              <a:rPr lang="hu-HU" sz="4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 Light"/>
              </a:rPr>
              <a:t>i</a:t>
            </a:r>
            <a:r>
              <a:rPr lang="hu-HU" sz="4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 Light"/>
              </a:rPr>
              <a:t>n</a:t>
            </a:r>
            <a:r>
              <a:rPr lang="hu-HU" sz="4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 Light"/>
              </a:rPr>
              <a:t>t</a:t>
            </a:r>
            <a:r>
              <a:rPr lang="hu-HU" sz="4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 Light"/>
              </a:rPr>
              <a:t>a</a:t>
            </a:r>
            <a:r>
              <a:rPr lang="hu-HU" sz="4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 Light"/>
              </a:rPr>
              <a:t>c</a:t>
            </a:r>
            <a:r>
              <a:rPr lang="hu-HU" sz="4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 Light"/>
              </a:rPr>
              <a:t>í</a:t>
            </a:r>
            <a:r>
              <a:rPr lang="hu-HU" sz="4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 Light"/>
              </a:rPr>
              <a:t>m</a:t>
            </a:r>
            <a:r>
              <a:rPr lang="hu-HU" sz="4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 Light"/>
              </a:rPr>
              <a:t> </a:t>
            </a:r>
            <a:r>
              <a:rPr lang="hu-HU" sz="4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 Light"/>
              </a:rPr>
              <a:t>s</a:t>
            </a:r>
            <a:r>
              <a:rPr lang="hu-HU" sz="4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 Light"/>
              </a:rPr>
              <a:t>z</a:t>
            </a:r>
            <a:r>
              <a:rPr lang="hu-HU" sz="4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 Light"/>
              </a:rPr>
              <a:t>e</a:t>
            </a:r>
            <a:r>
              <a:rPr lang="hu-HU" sz="4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 Light"/>
              </a:rPr>
              <a:t>r</a:t>
            </a:r>
            <a:r>
              <a:rPr lang="hu-HU" sz="4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 Light"/>
              </a:rPr>
              <a:t>k</a:t>
            </a:r>
            <a:r>
              <a:rPr lang="hu-HU" sz="4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 Light"/>
              </a:rPr>
              <a:t>e</a:t>
            </a:r>
            <a:r>
              <a:rPr lang="hu-HU" sz="4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 Light"/>
              </a:rPr>
              <a:t>s</a:t>
            </a:r>
            <a:r>
              <a:rPr lang="hu-HU" sz="4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 Light"/>
              </a:rPr>
              <a:t>z</a:t>
            </a:r>
            <a:r>
              <a:rPr lang="hu-HU" sz="4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 Light"/>
              </a:rPr>
              <a:t>t</a:t>
            </a:r>
            <a:r>
              <a:rPr lang="hu-HU" sz="4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 Light"/>
              </a:rPr>
              <a:t>é</a:t>
            </a:r>
            <a:r>
              <a:rPr lang="hu-HU" sz="4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 Light"/>
              </a:rPr>
              <a:t>s</a:t>
            </a:r>
            <a:r>
              <a:rPr lang="hu-HU" sz="4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 Light"/>
              </a:rPr>
              <a:t>e</a:t>
            </a:r>
            <a:endParaRPr lang="hu-H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hu-HU" sz="2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Mintaszöveg </a:t>
            </a:r>
            <a:r>
              <a:rPr lang="hu-HU" sz="2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szerkesztése</a:t>
            </a:r>
            <a:endParaRPr lang="hu-HU" sz="2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2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Második szint</a:t>
            </a:r>
            <a:endParaRPr lang="hu-HU" sz="24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20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Harmadik szint</a:t>
            </a:r>
            <a:endParaRPr lang="hu-HU" sz="20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Negyedik szint</a:t>
            </a:r>
            <a:endParaRPr lang="hu-HU" sz="1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Ötödik szint</a:t>
            </a:r>
            <a:endParaRPr lang="hu-HU" sz="1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&lt;dátum/idő&gt;</a:t>
            </a:r>
            <a:endParaRPr lang="hu-H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D91348-555C-464E-A1C0-B4CF61CC0E51}" type="slidenum"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&lt;szám&gt;</a:t>
            </a:fld>
            <a:endParaRPr lang="hu-H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Függőleges cím és szöveg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hu-HU" sz="4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 Light"/>
              </a:rPr>
              <a:t>Mintacím szerkesztése</a:t>
            </a:r>
            <a:endParaRPr lang="hu-H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hu-HU" sz="2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Mintaszöve</a:t>
            </a:r>
            <a:r>
              <a:rPr lang="hu-HU" sz="2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g </a:t>
            </a:r>
            <a:r>
              <a:rPr lang="hu-HU" sz="2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szerkesztés</a:t>
            </a:r>
            <a:r>
              <a:rPr lang="hu-HU" sz="2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e</a:t>
            </a:r>
            <a:endParaRPr lang="hu-HU" sz="2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2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Második </a:t>
            </a:r>
            <a:r>
              <a:rPr lang="hu-HU" sz="2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szint</a:t>
            </a:r>
            <a:endParaRPr lang="hu-HU" sz="24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20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Harma</a:t>
            </a:r>
            <a:r>
              <a:rPr lang="hu-HU" sz="20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dik </a:t>
            </a:r>
            <a:r>
              <a:rPr lang="hu-HU" sz="20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szint</a:t>
            </a:r>
            <a:endParaRPr lang="hu-HU" sz="20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Ne</a:t>
            </a:r>
            <a:r>
              <a:rPr lang="hu-HU" sz="1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gy</a:t>
            </a:r>
            <a:r>
              <a:rPr lang="hu-HU" sz="1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edi</a:t>
            </a:r>
            <a:r>
              <a:rPr lang="hu-HU" sz="1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k </a:t>
            </a:r>
            <a:r>
              <a:rPr lang="hu-HU" sz="1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szi</a:t>
            </a:r>
            <a:r>
              <a:rPr lang="hu-HU" sz="1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nt</a:t>
            </a:r>
            <a:endParaRPr lang="hu-HU" sz="1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Ö</a:t>
            </a:r>
            <a:r>
              <a:rPr lang="hu-HU" sz="1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t</a:t>
            </a:r>
            <a:r>
              <a:rPr lang="hu-HU" sz="1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ö</a:t>
            </a:r>
            <a:r>
              <a:rPr lang="hu-HU" sz="1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d</a:t>
            </a:r>
            <a:r>
              <a:rPr lang="hu-HU" sz="1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i</a:t>
            </a:r>
            <a:r>
              <a:rPr lang="hu-HU" sz="1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k</a:t>
            </a:r>
            <a:r>
              <a:rPr lang="hu-HU" sz="1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 </a:t>
            </a:r>
            <a:r>
              <a:rPr lang="hu-HU" sz="1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s</a:t>
            </a:r>
            <a:r>
              <a:rPr lang="hu-HU" sz="1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z</a:t>
            </a:r>
            <a:r>
              <a:rPr lang="hu-HU" sz="1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i</a:t>
            </a:r>
            <a:r>
              <a:rPr lang="hu-HU" sz="1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n</a:t>
            </a:r>
            <a:r>
              <a:rPr lang="hu-HU" sz="1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t</a:t>
            </a:r>
            <a:endParaRPr lang="hu-HU" sz="1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&lt;dátum/idő&gt;</a:t>
            </a:r>
            <a:endParaRPr lang="hu-H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F01E3F-EEB7-422F-B510-FF0ED19E2BAC}" type="slidenum"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&lt;szám&gt;</a:t>
            </a:fld>
            <a:endParaRPr lang="hu-H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Cím és tartalom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hu-HU" sz="4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 Light"/>
              </a:rPr>
              <a:t>Mintacím szerkesztése</a:t>
            </a:r>
            <a:endParaRPr lang="hu-H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SzPct val="100058"/>
              <a:buBlip>
                <a:blip r:embed="rId3"/>
              </a:buBlip>
            </a:pPr>
            <a:r>
              <a:rPr lang="hu-HU" sz="2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Mintaszöveg szerkesztése</a:t>
            </a:r>
            <a:endParaRPr lang="hu-HU" sz="2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SzPct val="100017"/>
              <a:buBlip>
                <a:blip r:embed="rId4"/>
              </a:buBlip>
            </a:pPr>
            <a:r>
              <a:rPr lang="hu-HU" sz="2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Második szint</a:t>
            </a:r>
            <a:endParaRPr lang="hu-HU" sz="24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SzPct val="100000"/>
              <a:buBlip>
                <a:blip r:embed="rId5"/>
              </a:buBlip>
            </a:pPr>
            <a:r>
              <a:rPr lang="hu-HU" sz="20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Harmadik szint</a:t>
            </a:r>
            <a:endParaRPr lang="hu-HU" sz="20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SzPct val="100112"/>
              <a:buBlip>
                <a:blip r:embed="rId6"/>
              </a:buBlip>
            </a:pPr>
            <a:r>
              <a:rPr lang="hu-HU" sz="1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Negyedik szint</a:t>
            </a:r>
            <a:endParaRPr lang="hu-HU" sz="1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SzPct val="100112"/>
              <a:buBlip>
                <a:blip r:embed="rId7"/>
              </a:buBlip>
            </a:pPr>
            <a:r>
              <a:rPr lang="hu-HU" sz="1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Ötödik szint</a:t>
            </a:r>
            <a:endParaRPr lang="hu-HU" sz="1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&lt;dátum/idő&gt;</a:t>
            </a:r>
            <a:endParaRPr lang="hu-H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7BFA78-D76C-4C7F-8A7F-965B9C79E1D8}" type="slidenum"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&lt;szám&gt;</a:t>
            </a:fld>
            <a:endParaRPr lang="hu-H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zakaszfejléc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hu-HU" sz="60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 Light"/>
              </a:rPr>
              <a:t>Mintacím szerkesztése</a:t>
            </a:r>
            <a:endParaRPr lang="hu-HU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hu-HU" sz="2400" b="0" u="none" strike="noStrike">
                <a:solidFill>
                  <a:schemeClr val="dk1">
                    <a:tint val="75000"/>
                  </a:schemeClr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Mintaszöveg szerkesztése</a:t>
            </a:r>
            <a:endParaRPr lang="hu-HU" sz="24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&lt;dátum/idő&gt;</a:t>
            </a:r>
            <a:endParaRPr lang="hu-H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DAE742-1494-4BD6-A715-EDB5CF2111E9}" type="slidenum"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&lt;szám&gt;</a:t>
            </a:fld>
            <a:endParaRPr lang="hu-H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2 tartalomrész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hu-HU" sz="4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 Light"/>
              </a:rPr>
              <a:t>Mintacím szerkesztése</a:t>
            </a:r>
            <a:endParaRPr lang="hu-H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hu-HU" sz="2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Mintaszöveg szerkesztése</a:t>
            </a:r>
            <a:endParaRPr lang="hu-HU" sz="2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2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Második szint</a:t>
            </a:r>
            <a:endParaRPr lang="hu-HU" sz="24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20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Harmadik szint</a:t>
            </a:r>
            <a:endParaRPr lang="hu-HU" sz="20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Negyedik szint</a:t>
            </a:r>
            <a:endParaRPr lang="hu-HU" sz="1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Ötödik szint</a:t>
            </a:r>
            <a:endParaRPr lang="hu-HU" sz="1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hu-HU" sz="2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Mintaszöveg szerkesztése</a:t>
            </a:r>
            <a:endParaRPr lang="hu-HU" sz="2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2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Második szint</a:t>
            </a:r>
            <a:endParaRPr lang="hu-HU" sz="24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20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Harmadik szint</a:t>
            </a:r>
            <a:endParaRPr lang="hu-HU" sz="20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Negyedik szint</a:t>
            </a:r>
            <a:endParaRPr lang="hu-HU" sz="1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Ötödik szint</a:t>
            </a:r>
            <a:endParaRPr lang="hu-HU" sz="1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&lt;dátum/idő&gt;</a:t>
            </a:r>
            <a:endParaRPr lang="hu-H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650E7C-0117-4B9A-9EB9-5B9A214DCDC2}" type="slidenum"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&lt;szám&gt;</a:t>
            </a:fld>
            <a:endParaRPr lang="hu-H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Összehasonlítás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hu-HU" sz="4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 Light"/>
              </a:rPr>
              <a:t>Mintacím szerkesztése</a:t>
            </a:r>
            <a:endParaRPr lang="hu-H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hu-HU" sz="2400" b="1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Mintaszöveg szerkesztése</a:t>
            </a:r>
            <a:endParaRPr lang="hu-HU" sz="24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hu-HU" sz="2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Mintaszöveg szerkesztése</a:t>
            </a:r>
            <a:endParaRPr lang="hu-HU" sz="2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2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Második szint</a:t>
            </a:r>
            <a:endParaRPr lang="hu-HU" sz="24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20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Harmadik szint</a:t>
            </a:r>
            <a:endParaRPr lang="hu-HU" sz="20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Negyedik szint</a:t>
            </a:r>
            <a:endParaRPr lang="hu-HU" sz="1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Ötödik szint</a:t>
            </a:r>
            <a:endParaRPr lang="hu-HU" sz="1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hu-HU" sz="2400" b="1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Mintaszöveg szerkesztése</a:t>
            </a:r>
            <a:endParaRPr lang="hu-HU" sz="24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hu-HU" sz="2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Mintaszöveg szerkesztése</a:t>
            </a:r>
            <a:endParaRPr lang="hu-HU" sz="2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2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Második szint</a:t>
            </a:r>
            <a:endParaRPr lang="hu-HU" sz="24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20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Harmadik szint</a:t>
            </a:r>
            <a:endParaRPr lang="hu-HU" sz="20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Negyedik szint</a:t>
            </a:r>
            <a:endParaRPr lang="hu-HU" sz="1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Ötödik szint</a:t>
            </a:r>
            <a:endParaRPr lang="hu-HU" sz="1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&lt;dátum/idő&gt;</a:t>
            </a:r>
            <a:endParaRPr lang="hu-H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6BCFBF-AF64-4289-A48C-AA19DE3A8447}" type="slidenum"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&lt;szám&gt;</a:t>
            </a:fld>
            <a:endParaRPr lang="hu-H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Csak cím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hu-HU" sz="4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 Light"/>
              </a:rPr>
              <a:t>Mintacím szerkesztése</a:t>
            </a:r>
            <a:endParaRPr lang="hu-H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&lt;dátum/idő&gt;</a:t>
            </a:r>
            <a:endParaRPr lang="hu-H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1F4488-C1D2-4864-8472-01BF677BE28F}" type="slidenum"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&lt;szám&gt;</a:t>
            </a:fld>
            <a:endParaRPr lang="hu-H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Üres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&lt;dátum/idő&gt;</a:t>
            </a:r>
            <a:endParaRPr lang="hu-H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AAA6BD-7D75-4FAD-8DBC-B4DC818A4BDA}" type="slidenum"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&lt;szám&gt;</a:t>
            </a:fld>
            <a:endParaRPr lang="hu-H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rtalomrész képaláírással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hu-HU" sz="32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 Light"/>
              </a:rPr>
              <a:t>Mintacím szerkesztése</a:t>
            </a:r>
            <a:endParaRPr lang="hu-H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hu-HU" sz="32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Mintaszöveg szerkesztése</a:t>
            </a:r>
            <a:endParaRPr lang="hu-HU" sz="32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2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Második szint</a:t>
            </a:r>
            <a:endParaRPr lang="hu-HU" sz="2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2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Harmadik szint</a:t>
            </a:r>
            <a:endParaRPr lang="hu-HU" sz="24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20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Negyedik szint</a:t>
            </a:r>
            <a:endParaRPr lang="hu-HU" sz="20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hu-HU" sz="20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Ötödik szint</a:t>
            </a:r>
            <a:endParaRPr lang="hu-HU" sz="20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hu-HU" sz="16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Mintaszöveg szerkesztése</a:t>
            </a:r>
            <a:endParaRPr lang="hu-HU" sz="16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&lt;dátum/idő&gt;</a:t>
            </a:r>
            <a:endParaRPr lang="hu-H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D47A28-71B8-4F7E-A15F-FA15A6E585BD}" type="slidenum"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&lt;szám&gt;</a:t>
            </a:fld>
            <a:endParaRPr lang="hu-H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ép képaláírással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hu-HU" sz="32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 Light"/>
              </a:rPr>
              <a:t>Mintacím szerkesztése</a:t>
            </a:r>
            <a:endParaRPr lang="hu-H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32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Vázlatszöveg formátumának szerkesztése</a:t>
            </a:r>
            <a:endParaRPr lang="hu-HU" sz="32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32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Második vázlatszint</a:t>
            </a:r>
            <a:endParaRPr lang="hu-HU" sz="32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32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Harmadik vázlatszint</a:t>
            </a:r>
            <a:endParaRPr lang="hu-HU" sz="32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32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Negyedik vázlatszint</a:t>
            </a:r>
            <a:endParaRPr lang="hu-HU" sz="32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32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Ötödik vázlatszint</a:t>
            </a:r>
            <a:endParaRPr lang="hu-HU" sz="32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32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Hatodik vázlatszint</a:t>
            </a:r>
            <a:endParaRPr lang="hu-HU" sz="32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hu-HU" sz="32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Hetedik vázlatszint</a:t>
            </a:r>
            <a:endParaRPr lang="hu-HU" sz="32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hu-HU" sz="16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Mintaszöveg szerkesztése</a:t>
            </a:r>
            <a:endParaRPr lang="hu-HU" sz="16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&lt;dátum/idő&gt;</a:t>
            </a:r>
            <a:endParaRPr lang="hu-H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hu-H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3485A3-2DC3-4319-A97B-D23AC5AFDF6B}" type="slidenum"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&lt;szám&gt;</a:t>
            </a:fld>
            <a:endParaRPr lang="hu-H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<Relationship Id="rId6" Type="http://schemas.openxmlformats.org/officeDocument/2006/relationships/image" Target="../media/image2.png"/><Relationship Id="rId7" Type="http://schemas.openxmlformats.org/officeDocument/2006/relationships/image" Target="../media/image12.png"/><Relationship Id="rId8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14.png"/><Relationship Id="rId6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<Relationship Id="rId6" Type="http://schemas.openxmlformats.org/officeDocument/2006/relationships/image" Target="../media/image21.png"/><Relationship Id="rId7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.png"/><Relationship Id="rId5" Type="http://schemas.openxmlformats.org/officeDocument/2006/relationships/image" Target="../media/image2.png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Kép 4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" name="Kép 8"/>
          <p:cNvPicPr/>
          <p:nvPr/>
        </p:nvPicPr>
        <p:blipFill>
          <a:blip r:embed="rId2"/>
          <a:stretch/>
        </p:blipFill>
        <p:spPr>
          <a:xfrm>
            <a:off x="8505000" y="2823480"/>
            <a:ext cx="944640" cy="529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Kép 10"/>
          <p:cNvPicPr/>
          <p:nvPr/>
        </p:nvPicPr>
        <p:blipFill>
          <a:blip r:embed="rId3"/>
          <a:stretch/>
        </p:blipFill>
        <p:spPr>
          <a:xfrm>
            <a:off x="6152760" y="4316760"/>
            <a:ext cx="1031040" cy="57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" name="Kép 12"/>
          <p:cNvPicPr/>
          <p:nvPr/>
        </p:nvPicPr>
        <p:blipFill>
          <a:blip r:embed="rId4"/>
          <a:stretch/>
        </p:blipFill>
        <p:spPr>
          <a:xfrm>
            <a:off x="10142280" y="1685880"/>
            <a:ext cx="944640" cy="529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Kép 14"/>
          <p:cNvPicPr/>
          <p:nvPr/>
        </p:nvPicPr>
        <p:blipFill>
          <a:blip r:embed="rId5"/>
          <a:stretch/>
        </p:blipFill>
        <p:spPr>
          <a:xfrm>
            <a:off x="3214440" y="3163680"/>
            <a:ext cx="1163520" cy="653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hu-HU" sz="4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 Light"/>
              </a:rPr>
              <a:t>Projekt bemutatás </a:t>
            </a:r>
            <a:endParaRPr lang="hu-H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SzPct val="100058"/>
              <a:buBlip>
                <a:blip r:embed="rId1"/>
              </a:buBlip>
            </a:pPr>
            <a:r>
              <a:rPr lang="hu-HU" sz="2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A Vigrid egy pakli építős Rouglike játék, ami az Északi mitológiára épít.</a:t>
            </a:r>
            <a:endParaRPr lang="hu-HU" sz="2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SzPct val="100017"/>
              <a:buBlip>
                <a:blip r:embed="rId2"/>
              </a:buBlip>
            </a:pPr>
            <a:r>
              <a:rPr lang="hu-HU" sz="2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*Pakli építő: A játék körökre osztott harcrendszerrel működik, a saját körödben kártyákat játszol ki, amik effektjei segíthetik megnyerni a játékot. A legyőzött ellenfelek új kártyák eléréséhez adnak lehetőséget. Mint egy egyszemélyes társasjáték.</a:t>
            </a:r>
            <a:endParaRPr lang="hu-HU" sz="24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SzPct val="100017"/>
              <a:buBlip>
                <a:blip r:embed="rId3"/>
              </a:buBlip>
            </a:pPr>
            <a:r>
              <a:rPr lang="hu-HU" sz="2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*Rouglike: A műfaj olyan játékokat foglal magába, amikben a játék elvesztése esetén a játékot teljesen előről kell kezdeni.</a:t>
            </a:r>
            <a:endParaRPr lang="hu-HU" sz="24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</p:txBody>
      </p:sp>
      <p:pic>
        <p:nvPicPr>
          <p:cNvPr id="67" name="Kép 8"/>
          <p:cNvPicPr/>
          <p:nvPr/>
        </p:nvPicPr>
        <p:blipFill>
          <a:blip r:embed="rId4"/>
          <a:stretch/>
        </p:blipFill>
        <p:spPr>
          <a:xfrm>
            <a:off x="11502720" y="0"/>
            <a:ext cx="689040" cy="689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Kép 10"/>
          <p:cNvPicPr/>
          <p:nvPr/>
        </p:nvPicPr>
        <p:blipFill>
          <a:blip r:embed="rId5"/>
          <a:stretch/>
        </p:blipFill>
        <p:spPr>
          <a:xfrm>
            <a:off x="689400" y="269640"/>
            <a:ext cx="881640" cy="2841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Kép 5"/>
          <p:cNvPicPr/>
          <p:nvPr/>
        </p:nvPicPr>
        <p:blipFill>
          <a:blip r:embed="rId1"/>
          <a:stretch/>
        </p:blipFill>
        <p:spPr>
          <a:xfrm>
            <a:off x="11502720" y="0"/>
            <a:ext cx="689040" cy="68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hu-HU" sz="4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 Light"/>
              </a:rPr>
              <a:t>Specifikáció</a:t>
            </a:r>
            <a:endParaRPr lang="hu-H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SzPct val="100058"/>
              <a:buBlip>
                <a:blip r:embed="rId2"/>
              </a:buBlip>
            </a:pPr>
            <a:r>
              <a:rPr lang="hu-HU" sz="2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Grafika: 2D grafikai elemekkel </a:t>
            </a:r>
            <a:r>
              <a:rPr lang="hu-HU" sz="2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ellátott program</a:t>
            </a:r>
            <a:endParaRPr lang="hu-HU" sz="2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SzPct val="100058"/>
              <a:buBlip>
                <a:blip r:embed="rId3"/>
              </a:buBlip>
            </a:pPr>
            <a:r>
              <a:rPr lang="hu-HU" sz="2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Játékmód: Egyjátékos</a:t>
            </a:r>
            <a:endParaRPr lang="hu-HU" sz="2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SzPct val="100058"/>
              <a:buBlip>
                <a:blip r:embed="rId4"/>
              </a:buBlip>
            </a:pPr>
            <a:r>
              <a:rPr lang="hu-HU" sz="2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Irányítás: egyszerű, egérrel </a:t>
            </a:r>
            <a:r>
              <a:rPr lang="hu-HU" sz="2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irányított</a:t>
            </a:r>
            <a:endParaRPr lang="hu-HU" sz="2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SzPct val="100058"/>
              <a:buBlip>
                <a:blip r:embed="rId5"/>
              </a:buBlip>
            </a:pPr>
            <a:r>
              <a:rPr lang="hu-HU" sz="2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Motor: Godot motorral </a:t>
            </a:r>
            <a:r>
              <a:rPr lang="hu-HU" sz="2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készült, pluginok nélkül</a:t>
            </a:r>
            <a:endParaRPr lang="hu-HU" sz="2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SzPct val="100058"/>
              <a:buBlip>
                <a:blip r:embed="rId6"/>
              </a:buBlip>
            </a:pPr>
            <a:r>
              <a:rPr lang="hu-HU" sz="2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Játékmenet: Egyszerű fizikával </a:t>
            </a:r>
            <a:r>
              <a:rPr lang="hu-HU" sz="2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kezelt harcrendszer</a:t>
            </a:r>
            <a:endParaRPr lang="hu-HU" sz="2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</p:txBody>
      </p:sp>
      <p:pic>
        <p:nvPicPr>
          <p:cNvPr id="72" name="Kép 7"/>
          <p:cNvPicPr/>
          <p:nvPr/>
        </p:nvPicPr>
        <p:blipFill>
          <a:blip r:embed="rId7"/>
          <a:stretch/>
        </p:blipFill>
        <p:spPr>
          <a:xfrm rot="8864400">
            <a:off x="10531800" y="320760"/>
            <a:ext cx="812880" cy="2738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Kép 7"/>
          <p:cNvPicPr/>
          <p:nvPr/>
        </p:nvPicPr>
        <p:blipFill>
          <a:blip r:embed="rId1"/>
          <a:stretch/>
        </p:blipFill>
        <p:spPr>
          <a:xfrm>
            <a:off x="11502720" y="0"/>
            <a:ext cx="689040" cy="68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hu-HU" sz="4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 Light"/>
              </a:rPr>
              <a:t>Résztvevők </a:t>
            </a:r>
            <a:endParaRPr lang="hu-H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SzPct val="100058"/>
              <a:buBlip>
                <a:blip r:embed="rId2"/>
              </a:buBlip>
            </a:pPr>
            <a:r>
              <a:rPr lang="hu-HU" sz="2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Kertmegi Richárd Imre: Grafikus és weboldalfejlesztő.</a:t>
            </a:r>
            <a:endParaRPr lang="hu-HU" sz="2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SzPct val="100058"/>
              <a:buBlip>
                <a:blip r:embed="rId3"/>
              </a:buBlip>
            </a:pPr>
            <a:r>
              <a:rPr lang="hu-HU" sz="2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Simon Attila Máté: Gyakorló programozó.</a:t>
            </a:r>
            <a:endParaRPr lang="hu-HU" sz="2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SzPct val="100058"/>
              <a:buBlip>
                <a:blip r:embed="rId4"/>
              </a:buBlip>
            </a:pPr>
            <a:r>
              <a:rPr lang="hu-HU" sz="2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Medve Márk: Főprogramozó</a:t>
            </a:r>
            <a:endParaRPr lang="hu-HU" sz="2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</p:txBody>
      </p:sp>
      <p:pic>
        <p:nvPicPr>
          <p:cNvPr id="76" name="Kép 9"/>
          <p:cNvPicPr/>
          <p:nvPr/>
        </p:nvPicPr>
        <p:blipFill>
          <a:blip r:embed="rId5"/>
          <a:stretch/>
        </p:blipFill>
        <p:spPr>
          <a:xfrm rot="16200000">
            <a:off x="1957680" y="-91440"/>
            <a:ext cx="1053720" cy="3293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Kép 5"/>
          <p:cNvPicPr/>
          <p:nvPr/>
        </p:nvPicPr>
        <p:blipFill>
          <a:blip r:embed="rId1"/>
          <a:stretch/>
        </p:blipFill>
        <p:spPr>
          <a:xfrm>
            <a:off x="11502720" y="0"/>
            <a:ext cx="689040" cy="68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hu-HU" sz="4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 Light"/>
              </a:rPr>
              <a:t>Technikai háttér:</a:t>
            </a:r>
            <a:endParaRPr lang="hu-H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SzPct val="100058"/>
              <a:buBlip>
                <a:blip r:embed="rId2"/>
              </a:buBlip>
            </a:pPr>
            <a:r>
              <a:rPr lang="hu-HU" sz="2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A játék a Godot játék motorral készül, annak saját nyelvében íródik. </a:t>
            </a:r>
            <a:endParaRPr lang="hu-HU" sz="2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SzPct val="100058"/>
              <a:buBlip>
                <a:blip r:embed="rId3"/>
              </a:buBlip>
            </a:pPr>
            <a:r>
              <a:rPr lang="hu-HU" sz="2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A motor könnyű hozzáférhetőséget, rugalmasságot kínál.</a:t>
            </a:r>
            <a:endParaRPr lang="hu-HU" sz="2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</p:txBody>
      </p:sp>
      <p:pic>
        <p:nvPicPr>
          <p:cNvPr id="80" name="Kép 7"/>
          <p:cNvPicPr/>
          <p:nvPr/>
        </p:nvPicPr>
        <p:blipFill>
          <a:blip r:embed="rId4"/>
          <a:stretch/>
        </p:blipFill>
        <p:spPr>
          <a:xfrm>
            <a:off x="8035920" y="2764440"/>
            <a:ext cx="2291400" cy="409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Kép 9"/>
          <p:cNvPicPr/>
          <p:nvPr/>
        </p:nvPicPr>
        <p:blipFill>
          <a:blip r:embed="rId5"/>
          <a:stretch/>
        </p:blipFill>
        <p:spPr>
          <a:xfrm>
            <a:off x="4846680" y="2764440"/>
            <a:ext cx="1719720" cy="409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Kép 11"/>
          <p:cNvPicPr/>
          <p:nvPr/>
        </p:nvPicPr>
        <p:blipFill>
          <a:blip r:embed="rId6"/>
          <a:stretch/>
        </p:blipFill>
        <p:spPr>
          <a:xfrm>
            <a:off x="1148400" y="2764440"/>
            <a:ext cx="2177640" cy="3954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Kép 13"/>
          <p:cNvPicPr/>
          <p:nvPr/>
        </p:nvPicPr>
        <p:blipFill>
          <a:blip r:embed="rId7"/>
          <a:stretch/>
        </p:blipFill>
        <p:spPr>
          <a:xfrm>
            <a:off x="10648440" y="1097640"/>
            <a:ext cx="394920" cy="3612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Kép 5"/>
          <p:cNvPicPr/>
          <p:nvPr/>
        </p:nvPicPr>
        <p:blipFill>
          <a:blip r:embed="rId1"/>
          <a:stretch/>
        </p:blipFill>
        <p:spPr>
          <a:xfrm>
            <a:off x="11502720" y="15120"/>
            <a:ext cx="689040" cy="68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hu-HU" sz="4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 Light"/>
              </a:rPr>
              <a:t>A Weboldal specifikáció</a:t>
            </a:r>
            <a:endParaRPr lang="hu-H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Tartalom helye 1"/>
          <p:cNvSpPr txBox="1"/>
          <p:nvPr/>
        </p:nvSpPr>
        <p:spPr>
          <a:xfrm>
            <a:off x="8384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SzPct val="100058"/>
              <a:buBlip>
                <a:blip r:embed="rId2"/>
              </a:buBlip>
            </a:pPr>
            <a:r>
              <a:rPr lang="hu-HU" sz="2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Típus: Wikipédia jellegű információ átadás </a:t>
            </a:r>
            <a:endParaRPr lang="hu-HU" sz="2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SzPct val="100058"/>
              <a:buBlip>
                <a:blip r:embed="rId3"/>
              </a:buBlip>
            </a:pPr>
            <a:r>
              <a:rPr lang="hu-HU" sz="2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Cél: Könnyű hozzáférhetőség a játék információihoz</a:t>
            </a:r>
            <a:endParaRPr lang="hu-HU" sz="2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SzPct val="100058"/>
              <a:buBlip>
                <a:blip r:embed="rId4"/>
              </a:buBlip>
            </a:pPr>
            <a:r>
              <a:rPr lang="hu-HU" sz="2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Hozzáférhetőség: Könnyen navigálható</a:t>
            </a:r>
            <a:endParaRPr lang="hu-HU" sz="2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SzPct val="100058"/>
              <a:buBlip>
                <a:blip r:embed="rId5"/>
              </a:buBlip>
            </a:pPr>
            <a:r>
              <a:rPr lang="hu-HU" sz="2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Felépítés: Angular, service és komponens alapú </a:t>
            </a:r>
            <a:endParaRPr lang="hu-HU" sz="2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ím 3"/>
          <p:cNvSpPr txBox="1"/>
          <p:nvPr/>
        </p:nvSpPr>
        <p:spPr>
          <a:xfrm>
            <a:off x="838440" y="36540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hu-HU" sz="4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 Light"/>
              </a:rPr>
              <a:t>Főoldal</a:t>
            </a:r>
            <a:endParaRPr lang="hu-H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Tartalom helye 3"/>
          <p:cNvSpPr txBox="1"/>
          <p:nvPr/>
        </p:nvSpPr>
        <p:spPr>
          <a:xfrm>
            <a:off x="7200000" y="1825560"/>
            <a:ext cx="486000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SzPct val="100058"/>
              <a:buBlip>
                <a:blip r:embed="rId1"/>
              </a:buBlip>
            </a:pPr>
            <a:r>
              <a:rPr lang="hu-HU" sz="2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Angol nyelvű</a:t>
            </a:r>
            <a:endParaRPr lang="hu-HU" sz="2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SzPct val="100058"/>
              <a:buBlip>
                <a:blip r:embed="rId2"/>
              </a:buBlip>
            </a:pPr>
            <a:r>
              <a:rPr lang="hu-HU" sz="2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Lenyitható menü fülek</a:t>
            </a:r>
            <a:endParaRPr lang="hu-HU" sz="2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SzPct val="100058"/>
              <a:buBlip>
                <a:blip r:embed="rId3"/>
              </a:buBlip>
            </a:pPr>
            <a:r>
              <a:rPr lang="hu-HU" sz="2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Okos kereső</a:t>
            </a:r>
            <a:endParaRPr lang="hu-HU" sz="2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SzPct val="100058"/>
              <a:buBlip>
                <a:blip r:embed="rId4"/>
              </a:buBlip>
            </a:pPr>
            <a:r>
              <a:rPr lang="hu-HU" sz="2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Könnyen kezelhető, felhasználó barát</a:t>
            </a:r>
            <a:endParaRPr lang="hu-HU" sz="2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SzPct val="100058"/>
              <a:buBlip>
                <a:blip r:embed="rId5"/>
              </a:buBlip>
            </a:pPr>
            <a:r>
              <a:rPr lang="hu-HU" sz="2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Nem igényel regisztrációt/Bejelentkezést</a:t>
            </a:r>
            <a:endParaRPr lang="hu-HU" sz="2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</p:txBody>
      </p:sp>
      <p:pic>
        <p:nvPicPr>
          <p:cNvPr id="89" name=""/>
          <p:cNvPicPr/>
          <p:nvPr/>
        </p:nvPicPr>
        <p:blipFill>
          <a:blip r:embed="rId6"/>
          <a:stretch/>
        </p:blipFill>
        <p:spPr>
          <a:xfrm>
            <a:off x="180000" y="1980000"/>
            <a:ext cx="6960600" cy="360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ím 8"/>
          <p:cNvSpPr txBox="1"/>
          <p:nvPr/>
        </p:nvSpPr>
        <p:spPr>
          <a:xfrm>
            <a:off x="838800" y="36576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hu-HU" sz="4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 Light"/>
              </a:rPr>
              <a:t>Okos kereső</a:t>
            </a:r>
            <a:endParaRPr lang="hu-H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1" name=""/>
          <p:cNvPicPr/>
          <p:nvPr/>
        </p:nvPicPr>
        <p:blipFill>
          <a:blip r:embed="rId1"/>
          <a:stretch/>
        </p:blipFill>
        <p:spPr>
          <a:xfrm>
            <a:off x="900000" y="1794600"/>
            <a:ext cx="3476520" cy="10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"/>
          <p:cNvPicPr/>
          <p:nvPr/>
        </p:nvPicPr>
        <p:blipFill>
          <a:blip r:embed="rId2"/>
          <a:stretch/>
        </p:blipFill>
        <p:spPr>
          <a:xfrm>
            <a:off x="900000" y="3071520"/>
            <a:ext cx="3409920" cy="142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"/>
          <p:cNvPicPr/>
          <p:nvPr/>
        </p:nvPicPr>
        <p:blipFill>
          <a:blip r:embed="rId3"/>
          <a:stretch/>
        </p:blipFill>
        <p:spPr>
          <a:xfrm>
            <a:off x="900000" y="4710600"/>
            <a:ext cx="3514680" cy="1409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Tartalom helye 5"/>
          <p:cNvSpPr txBox="1"/>
          <p:nvPr/>
        </p:nvSpPr>
        <p:spPr>
          <a:xfrm>
            <a:off x="4860000" y="1825560"/>
            <a:ext cx="720000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SzPct val="100058"/>
              <a:buBlip>
                <a:blip r:embed="rId4"/>
              </a:buBlip>
            </a:pPr>
            <a:r>
              <a:rPr lang="hu-HU" sz="2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A bekapott input alapján vissza adja a lehetséges keresési eredményeket.</a:t>
            </a:r>
            <a:endParaRPr lang="hu-HU" sz="2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SzPct val="100058"/>
              <a:buBlip>
                <a:blip r:embed="rId5"/>
              </a:buBlip>
            </a:pPr>
            <a:r>
              <a:rPr lang="hu-HU" sz="2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Reagál a kurzorbillentyűk (fel-le) lenyomására keresés esetén.</a:t>
            </a:r>
            <a:endParaRPr lang="hu-HU" sz="2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SzPct val="100058"/>
              <a:buBlip>
                <a:blip r:embed="rId6"/>
              </a:buBlip>
            </a:pPr>
            <a:r>
              <a:rPr lang="hu-HU" sz="2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Kiválasztani a keresett nevet egérrel, vagy enter lenyomásával lehet.</a:t>
            </a:r>
            <a:endParaRPr lang="hu-HU" sz="2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ím 4"/>
          <p:cNvSpPr txBox="1"/>
          <p:nvPr/>
        </p:nvSpPr>
        <p:spPr>
          <a:xfrm>
            <a:off x="838440" y="36540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hu-HU" sz="4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 Light"/>
              </a:rPr>
              <a:t>Menü Fülek</a:t>
            </a:r>
            <a:endParaRPr lang="hu-H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Tartalom helye 4"/>
          <p:cNvSpPr txBox="1"/>
          <p:nvPr/>
        </p:nvSpPr>
        <p:spPr>
          <a:xfrm>
            <a:off x="720000" y="1825560"/>
            <a:ext cx="1134000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SzPct val="100058"/>
              <a:buBlip>
                <a:blip r:embed="rId1"/>
              </a:buBlip>
            </a:pPr>
            <a:r>
              <a:rPr lang="hu-HU" sz="2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Két fajtája van: </a:t>
            </a:r>
            <a:endParaRPr lang="hu-HU" sz="2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2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Kattintásra előhoz egy másik fület, amiből a felhasználó választhat (Nincs vizuális reprezentáció)</a:t>
            </a:r>
            <a:endParaRPr lang="hu-HU" sz="2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hu-HU" sz="28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"/>
              </a:rPr>
              <a:t>Kattintásra megjeleníti a weblap jobb oldalán a lehetőségeket (Vizuális reprezentáció) </a:t>
            </a:r>
            <a:endParaRPr lang="hu-HU" sz="2800" b="0" u="none" strike="noStrike">
              <a:solidFill>
                <a:schemeClr val="lt1"/>
              </a:solidFill>
              <a:effectLst/>
              <a:highlight>
                <a:srgbClr val="008080"/>
              </a:highlight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Cím 5"/>
          <p:cNvSpPr txBox="1"/>
          <p:nvPr/>
        </p:nvSpPr>
        <p:spPr>
          <a:xfrm>
            <a:off x="838800" y="36576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hu-HU" sz="4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 Light"/>
              </a:rPr>
              <a:t>Menü Fülek (Képek)</a:t>
            </a:r>
            <a:endParaRPr lang="hu-H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8" name=""/>
          <p:cNvPicPr/>
          <p:nvPr/>
        </p:nvPicPr>
        <p:blipFill>
          <a:blip r:embed="rId1"/>
          <a:stretch/>
        </p:blipFill>
        <p:spPr>
          <a:xfrm>
            <a:off x="1620000" y="1620000"/>
            <a:ext cx="1986120" cy="360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"/>
          <p:cNvPicPr/>
          <p:nvPr/>
        </p:nvPicPr>
        <p:blipFill>
          <a:blip r:embed="rId2"/>
          <a:stretch/>
        </p:blipFill>
        <p:spPr>
          <a:xfrm>
            <a:off x="5040000" y="2520000"/>
            <a:ext cx="6788160" cy="252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Cím 6"/>
          <p:cNvSpPr txBox="1"/>
          <p:nvPr/>
        </p:nvSpPr>
        <p:spPr>
          <a:xfrm>
            <a:off x="7451280" y="5040000"/>
            <a:ext cx="4740840" cy="6112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hu-HU" sz="4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 Light"/>
              </a:rPr>
              <a:t>2. változat</a:t>
            </a:r>
            <a:endParaRPr lang="hu-H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Cím 7"/>
          <p:cNvSpPr txBox="1"/>
          <p:nvPr/>
        </p:nvSpPr>
        <p:spPr>
          <a:xfrm>
            <a:off x="1379160" y="5220000"/>
            <a:ext cx="4740840" cy="6112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hu-HU" sz="4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 Light"/>
              </a:rPr>
              <a:t>1. változat</a:t>
            </a:r>
            <a:endParaRPr lang="hu-H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Cím 2"/>
          <p:cNvSpPr txBox="1"/>
          <p:nvPr/>
        </p:nvSpPr>
        <p:spPr>
          <a:xfrm>
            <a:off x="838080" y="31748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hu-HU" sz="4400" b="0" u="none" strike="noStrike">
                <a:solidFill>
                  <a:schemeClr val="lt1"/>
                </a:solidFill>
                <a:effectLst/>
                <a:highlight>
                  <a:srgbClr val="008080"/>
                </a:highlight>
                <a:uFillTx/>
                <a:latin typeface="Calibri Light"/>
              </a:rPr>
              <a:t>Köszönjük a Figyelmet!</a:t>
            </a:r>
            <a:endParaRPr lang="hu-H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-té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</TotalTime>
  <Application>LibreOffice/25.8.5.2$Windows_X86_64 LibreOffice_project/9c8b85f387cc00a89945a79c9e6239f32e450ac2</Application>
  <AppVersion>15.0000</AppVersion>
  <Words>218</Words>
  <Paragraphs>17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2026-01-28T07:27:26Z</dcterms:created>
  <dc:creator>Trefort Diák</dc:creator>
  <dc:description/>
  <dc:language>hu-HU</dc:language>
  <cp:lastModifiedBy/>
  <dcterms:modified xsi:type="dcterms:W3CDTF">2026-05-06T19:44:43Z</dcterms:modified>
  <cp:revision>9</cp:revision>
  <dc:subject/>
  <dc:title>Vigrid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Szélesvásznú</vt:lpwstr>
  </property>
  <property fmtid="{D5CDD505-2E9C-101B-9397-08002B2CF9AE}" pid="3" name="Slides">
    <vt:i4>6</vt:i4>
  </property>
</Properties>
</file>